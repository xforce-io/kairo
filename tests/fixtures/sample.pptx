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康医通系统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营养咨询模块概述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